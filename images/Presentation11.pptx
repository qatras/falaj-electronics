
<file path=[Content_Types].xml><?xml version="1.0" encoding="utf-8"?>
<Types xmlns="http://schemas.openxmlformats.org/package/2006/content-types">
  <Default Extension="jfif" ContentType="image/jpeg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64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42" d="100"/>
          <a:sy n="42" d="100"/>
        </p:scale>
        <p:origin x="2520" y="66"/>
      </p:cViewPr>
      <p:guideLst>
        <p:guide orient="horz" pos="3864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48481-7F0A-40EB-BB04-2C0FA709D841}" type="datetimeFigureOut">
              <a:rPr lang="en-US" smtClean="0"/>
              <a:t>6/17/2020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8027-6C23-4F76-AD65-D66B43DF2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484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48481-7F0A-40EB-BB04-2C0FA709D841}" type="datetimeFigureOut">
              <a:rPr lang="en-US" smtClean="0"/>
              <a:t>6/17/2020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8027-6C23-4F76-AD65-D66B43DF2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513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48481-7F0A-40EB-BB04-2C0FA709D841}" type="datetimeFigureOut">
              <a:rPr lang="en-US" smtClean="0"/>
              <a:t>6/17/2020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8027-6C23-4F76-AD65-D66B43DF2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674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48481-7F0A-40EB-BB04-2C0FA709D841}" type="datetimeFigureOut">
              <a:rPr lang="en-US" smtClean="0"/>
              <a:t>6/17/2020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8027-6C23-4F76-AD65-D66B43DF2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944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48481-7F0A-40EB-BB04-2C0FA709D841}" type="datetimeFigureOut">
              <a:rPr lang="en-US" smtClean="0"/>
              <a:t>6/17/2020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8027-6C23-4F76-AD65-D66B43DF2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355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48481-7F0A-40EB-BB04-2C0FA709D841}" type="datetimeFigureOut">
              <a:rPr lang="en-US" smtClean="0"/>
              <a:t>6/17/2020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8027-6C23-4F76-AD65-D66B43DF2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597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48481-7F0A-40EB-BB04-2C0FA709D841}" type="datetimeFigureOut">
              <a:rPr lang="en-US" smtClean="0"/>
              <a:t>6/17/2020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8027-6C23-4F76-AD65-D66B43DF2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770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48481-7F0A-40EB-BB04-2C0FA709D841}" type="datetimeFigureOut">
              <a:rPr lang="en-US" smtClean="0"/>
              <a:t>6/17/2020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8027-6C23-4F76-AD65-D66B43DF2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802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48481-7F0A-40EB-BB04-2C0FA709D841}" type="datetimeFigureOut">
              <a:rPr lang="en-US" smtClean="0"/>
              <a:t>6/17/2020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8027-6C23-4F76-AD65-D66B43DF2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618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48481-7F0A-40EB-BB04-2C0FA709D841}" type="datetimeFigureOut">
              <a:rPr lang="en-US" smtClean="0"/>
              <a:t>6/17/2020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8027-6C23-4F76-AD65-D66B43DF2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411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48481-7F0A-40EB-BB04-2C0FA709D841}" type="datetimeFigureOut">
              <a:rPr lang="en-US" smtClean="0"/>
              <a:t>6/17/2020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8027-6C23-4F76-AD65-D66B43DF2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898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348481-7F0A-40EB-BB04-2C0FA709D841}" type="datetimeFigureOut">
              <a:rPr lang="en-US" smtClean="0"/>
              <a:t>6/17/2020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BF8027-6C23-4F76-AD65-D66B43DF2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117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hyperlink" Target="https://www.google.com/maps/place/24%C2%B025'19.0%22N+56%C2%B036'33.8%22E/@24.421933,56.6072003,17z/data=!3m1!4b1!4m6!3m5!1s0x0:0x0!7e2!8m2!3d24.4219335!4d56.6093889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www.facebook.com/alqatras.birds.1" TargetMode="External"/><Relationship Id="rId12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.xml"/><Relationship Id="rId6" Type="http://schemas.openxmlformats.org/officeDocument/2006/relationships/hyperlink" Target="tel:91977742" TargetMode="External"/><Relationship Id="rId11" Type="http://schemas.openxmlformats.org/officeDocument/2006/relationships/image" Target="../media/image6.jpeg"/><Relationship Id="rId5" Type="http://schemas.openxmlformats.org/officeDocument/2006/relationships/image" Target="../media/image4.png"/><Relationship Id="rId10" Type="http://schemas.openxmlformats.org/officeDocument/2006/relationships/hyperlink" Target="http://wa.me/96891977742/?text=got%20refrence%20from%20your%20*digital%20business%20card*%20i%20want%20to%20know%20more%20details%20" TargetMode="External"/><Relationship Id="rId4" Type="http://schemas.openxmlformats.org/officeDocument/2006/relationships/image" Target="../media/image3.png"/><Relationship Id="rId9" Type="http://schemas.openxmlformats.org/officeDocument/2006/relationships/hyperlink" Target="mailto:alqatras.birds@gmail.com" TargetMode="External"/><Relationship Id="rId14" Type="http://schemas.openxmlformats.org/officeDocument/2006/relationships/hyperlink" Target="file:///C:\Users\a\Documents\pics2\Presentation1\51yVaUSABGL._AC_SX466_.jp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372252"/>
            <a:ext cx="5829300" cy="424462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6500579"/>
            <a:ext cx="4732020" cy="682977"/>
          </a:xfrm>
        </p:spPr>
        <p:txBody>
          <a:bodyPr>
            <a:noAutofit/>
          </a:bodyPr>
          <a:lstStyle/>
          <a:p>
            <a:r>
              <a:rPr lang="en-US" sz="7200" dirty="0" smtClean="0">
                <a:solidFill>
                  <a:srgbClr val="FF0000"/>
                </a:solidFill>
              </a:rPr>
              <a:t>91977742</a:t>
            </a:r>
            <a:endParaRPr lang="en-US" sz="7200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4280"/>
            <a:ext cx="6858000" cy="438062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" y="6500579"/>
            <a:ext cx="537210" cy="89553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03070" y="10173057"/>
            <a:ext cx="43662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 smtClean="0">
                <a:solidFill>
                  <a:srgbClr val="33CC33"/>
                </a:solidFill>
              </a:rPr>
              <a:t>91977742</a:t>
            </a:r>
            <a:endParaRPr lang="en-US" sz="7200" dirty="0">
              <a:solidFill>
                <a:srgbClr val="33CC33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5738" y="10078524"/>
            <a:ext cx="2011680" cy="149236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703070" y="8972728"/>
            <a:ext cx="49720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 err="1" smtClean="0">
                <a:solidFill>
                  <a:srgbClr val="00B0F0"/>
                </a:solidFill>
              </a:rPr>
              <a:t>facebook</a:t>
            </a:r>
            <a:endParaRPr lang="en-US" sz="7200" dirty="0">
              <a:solidFill>
                <a:srgbClr val="00B0F0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50" y="9194882"/>
            <a:ext cx="840105" cy="840105"/>
          </a:xfrm>
          <a:prstGeom prst="rect">
            <a:avLst/>
          </a:prstGeom>
        </p:spPr>
      </p:pic>
      <p:sp>
        <p:nvSpPr>
          <p:cNvPr id="13" name="Rectangle 12">
            <a:hlinkClick r:id="rId6"/>
          </p:cNvPr>
          <p:cNvSpPr/>
          <p:nvPr/>
        </p:nvSpPr>
        <p:spPr>
          <a:xfrm>
            <a:off x="303280" y="6500579"/>
            <a:ext cx="6229351" cy="10743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hlinkClick r:id="rId7"/>
          </p:cNvPr>
          <p:cNvSpPr/>
          <p:nvPr/>
        </p:nvSpPr>
        <p:spPr>
          <a:xfrm>
            <a:off x="303278" y="9035734"/>
            <a:ext cx="6229351" cy="10743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1756410" y="7949547"/>
            <a:ext cx="4554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a</a:t>
            </a:r>
            <a:r>
              <a:rPr lang="en-US" sz="3200" dirty="0" smtClean="0"/>
              <a:t>lqatras.birds@gmail.com</a:t>
            </a:r>
            <a:endParaRPr lang="en-US" sz="320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" y="7865352"/>
            <a:ext cx="815340" cy="815340"/>
          </a:xfrm>
          <a:prstGeom prst="rect">
            <a:avLst/>
          </a:prstGeom>
        </p:spPr>
      </p:pic>
      <p:sp>
        <p:nvSpPr>
          <p:cNvPr id="17" name="Rectangle 16">
            <a:hlinkClick r:id="rId9"/>
          </p:cNvPr>
          <p:cNvSpPr/>
          <p:nvPr/>
        </p:nvSpPr>
        <p:spPr>
          <a:xfrm>
            <a:off x="290991" y="7668950"/>
            <a:ext cx="6229351" cy="9151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hlinkClick r:id="rId10"/>
          </p:cNvPr>
          <p:cNvSpPr/>
          <p:nvPr/>
        </p:nvSpPr>
        <p:spPr>
          <a:xfrm>
            <a:off x="303278" y="10350842"/>
            <a:ext cx="6229351" cy="10743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567716" y="4945132"/>
            <a:ext cx="1135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location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189095" y="4945132"/>
            <a:ext cx="10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products</a:t>
            </a:r>
            <a:endParaRPr lang="en-US" dirty="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" y="5291397"/>
            <a:ext cx="1135354" cy="687787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5373" y="5350711"/>
            <a:ext cx="1140350" cy="727001"/>
          </a:xfrm>
          <a:prstGeom prst="rect">
            <a:avLst/>
          </a:prstGeom>
        </p:spPr>
      </p:pic>
      <p:sp>
        <p:nvSpPr>
          <p:cNvPr id="24" name="Rectangle 23">
            <a:hlinkClick r:id="rId13"/>
          </p:cNvPr>
          <p:cNvSpPr/>
          <p:nvPr/>
        </p:nvSpPr>
        <p:spPr>
          <a:xfrm>
            <a:off x="426720" y="4945132"/>
            <a:ext cx="2659380" cy="1034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hlinkClick r:id="rId14" action="ppaction://hlinkfile"/>
          </p:cNvPr>
          <p:cNvSpPr/>
          <p:nvPr/>
        </p:nvSpPr>
        <p:spPr>
          <a:xfrm>
            <a:off x="3598545" y="4959371"/>
            <a:ext cx="2659380" cy="1034052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1703070" y="11153951"/>
            <a:ext cx="436626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 smtClean="0"/>
              <a:t>90240033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175365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2662</TotalTime>
  <Words>7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qatras birds</dc:creator>
  <cp:lastModifiedBy>qatras birds</cp:lastModifiedBy>
  <cp:revision>17</cp:revision>
  <dcterms:created xsi:type="dcterms:W3CDTF">2020-06-16T21:23:45Z</dcterms:created>
  <dcterms:modified xsi:type="dcterms:W3CDTF">2020-06-18T17:46:38Z</dcterms:modified>
</cp:coreProperties>
</file>