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AD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42" d="100"/>
          <a:sy n="42" d="100"/>
        </p:scale>
        <p:origin x="2520" y="114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FBC77-0334-4195-BC15-3E1F18F217AD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A0C6-0FF6-40B6-9E26-AA5523C53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89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FBC77-0334-4195-BC15-3E1F18F217AD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A0C6-0FF6-40B6-9E26-AA5523C53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1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FBC77-0334-4195-BC15-3E1F18F217AD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A0C6-0FF6-40B6-9E26-AA5523C53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53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FBC77-0334-4195-BC15-3E1F18F217AD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A0C6-0FF6-40B6-9E26-AA5523C53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95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FBC77-0334-4195-BC15-3E1F18F217AD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A0C6-0FF6-40B6-9E26-AA5523C53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41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FBC77-0334-4195-BC15-3E1F18F217AD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A0C6-0FF6-40B6-9E26-AA5523C53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5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FBC77-0334-4195-BC15-3E1F18F217AD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A0C6-0FF6-40B6-9E26-AA5523C53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5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FBC77-0334-4195-BC15-3E1F18F217AD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A0C6-0FF6-40B6-9E26-AA5523C53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50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FBC77-0334-4195-BC15-3E1F18F217AD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A0C6-0FF6-40B6-9E26-AA5523C53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17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FBC77-0334-4195-BC15-3E1F18F217AD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A0C6-0FF6-40B6-9E26-AA5523C53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4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FBC77-0334-4195-BC15-3E1F18F217AD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A0C6-0FF6-40B6-9E26-AA5523C53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21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FBC77-0334-4195-BC15-3E1F18F217AD}" type="datetimeFigureOut">
              <a:rPr lang="en-US" smtClean="0"/>
              <a:t>6/20/2020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2A0C6-0FF6-40B6-9E26-AA5523C53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9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hyperlink" Target="https://www.facebook.com/alqatras.birds.1" TargetMode="External"/><Relationship Id="rId3" Type="http://schemas.openxmlformats.org/officeDocument/2006/relationships/image" Target="../media/image1.jfif"/><Relationship Id="rId7" Type="http://schemas.openxmlformats.org/officeDocument/2006/relationships/image" Target="../media/image4.png"/><Relationship Id="rId12" Type="http://schemas.openxmlformats.org/officeDocument/2006/relationships/hyperlink" Target="http://wa.me/96891977742/?text=Hi%20*SHUAIB*%20got%20refrence%20from%20your%20business%20card%2C%20i%20want%20to%20know%20more%20details%20about%20your%20products%20" TargetMode="External"/><Relationship Id="rId2" Type="http://schemas.openxmlformats.org/officeDocument/2006/relationships/hyperlink" Target="https://drive.google.com/drive/folders/1Q_JyLgACCr38q_O9wBCf9bCR6sv20RRh?usp=sharing" TargetMode="External"/><Relationship Id="rId16" Type="http://schemas.openxmlformats.org/officeDocument/2006/relationships/hyperlink" Target="mailto:alqatras.birds@gma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hyperlink" Target="tel:90240033" TargetMode="External"/><Relationship Id="rId5" Type="http://schemas.openxmlformats.org/officeDocument/2006/relationships/hyperlink" Target="https://drive.google.com/file/d/1mcSp3WUCLBDpRXZ0rA_tNflQT6RPAChm/view?usp=sharing" TargetMode="External"/><Relationship Id="rId15" Type="http://schemas.openxmlformats.org/officeDocument/2006/relationships/image" Target="../media/image7.png"/><Relationship Id="rId10" Type="http://schemas.openxmlformats.org/officeDocument/2006/relationships/hyperlink" Target="tel:91977742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hyperlink" Target="https://www.google.com/maps/place/24%C2%B025'19.0%22N+56%C2%B036'33.8%22E/@24.421933,56.6072003,17z/data=!3m1!4b1!4m6!3m5!1s0x0:0x0!7e2!8m2!3d24.4219335!4d56.609388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3726180"/>
          </a:xfrm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ajor"/>
        </p:style>
        <p:txBody>
          <a:bodyPr>
            <a:normAutofit/>
          </a:bodyPr>
          <a:lstStyle/>
          <a:p>
            <a:endParaRPr lang="en-US" sz="6000" dirty="0">
              <a:solidFill>
                <a:srgbClr val="FFFF00"/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681" y="3770987"/>
            <a:ext cx="5412105" cy="1051316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200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Cooper Black" panose="0208090404030B020404" pitchFamily="18" charset="0"/>
              </a:rPr>
              <a:t>Scan/click QR code to save my number</a:t>
            </a:r>
            <a:endParaRPr lang="en-US" sz="3200" b="1" dirty="0" smtClean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Cooper Black" panose="0208090404030B020404" pitchFamily="18" charset="0"/>
            </a:endParaRPr>
          </a:p>
        </p:txBody>
      </p:sp>
      <p:pic>
        <p:nvPicPr>
          <p:cNvPr id="4" name="Picture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86"/>
            <a:ext cx="6857999" cy="37272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094" y="4822303"/>
            <a:ext cx="2574121" cy="2574121"/>
          </a:xfrm>
          <a:prstGeom prst="rect">
            <a:avLst/>
          </a:prstGeom>
        </p:spPr>
      </p:pic>
      <p:sp>
        <p:nvSpPr>
          <p:cNvPr id="9" name="Rectangle 8">
            <a:hlinkClick r:id="rId5"/>
          </p:cNvPr>
          <p:cNvSpPr/>
          <p:nvPr/>
        </p:nvSpPr>
        <p:spPr>
          <a:xfrm>
            <a:off x="2106798" y="4954934"/>
            <a:ext cx="2735493" cy="23715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828800" y="7190273"/>
            <a:ext cx="3781356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6000" dirty="0" smtClean="0">
                <a:solidFill>
                  <a:srgbClr val="0070C0"/>
                </a:solidFill>
                <a:latin typeface="Cooper Black" panose="0208090404030B020404" pitchFamily="18" charset="0"/>
              </a:rPr>
              <a:t>91977742</a:t>
            </a:r>
            <a:endParaRPr lang="en-US" sz="6000" dirty="0">
              <a:solidFill>
                <a:srgbClr val="0070C0"/>
              </a:solidFill>
              <a:latin typeface="Cooper Black" panose="0208090404030B0204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4" y="7336383"/>
            <a:ext cx="869553" cy="869553"/>
          </a:xfrm>
          <a:prstGeom prst="rect">
            <a:avLst/>
          </a:prstGeom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3" y="8494623"/>
            <a:ext cx="869553" cy="869553"/>
          </a:xfrm>
          <a:prstGeom prst="rect">
            <a:avLst/>
          </a:prstGeom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1828800" y="8283024"/>
            <a:ext cx="3881384" cy="129266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sz="6000" dirty="0" smtClean="0">
                <a:solidFill>
                  <a:srgbClr val="0070C0"/>
                </a:solidFill>
                <a:latin typeface="Cooper Black" panose="0208090404030B020404" pitchFamily="18" charset="0"/>
              </a:rPr>
              <a:t>90240033</a:t>
            </a:r>
          </a:p>
          <a:p>
            <a:pPr algn="just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709376" y="9575686"/>
            <a:ext cx="4325223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sz="6000" dirty="0" smtClean="0">
                <a:solidFill>
                  <a:srgbClr val="0070C0"/>
                </a:solidFill>
                <a:latin typeface="Cooper Black" panose="0208090404030B020404" pitchFamily="18" charset="0"/>
              </a:rPr>
              <a:t>WhatsApp</a:t>
            </a:r>
            <a:endParaRPr lang="en-US" sz="6000" dirty="0">
              <a:solidFill>
                <a:srgbClr val="0070C0"/>
              </a:solidFill>
              <a:latin typeface="Cooper Black" panose="0208090404030B0204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2" y="9652863"/>
            <a:ext cx="869553" cy="869553"/>
          </a:xfrm>
          <a:prstGeom prst="rect">
            <a:avLst/>
          </a:prstGeom>
          <a:ln>
            <a:noFill/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2" y="10811103"/>
            <a:ext cx="863841" cy="863841"/>
          </a:xfrm>
          <a:prstGeom prst="rect">
            <a:avLst/>
          </a:prstGeom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1732620" y="10732769"/>
            <a:ext cx="3926075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sz="6000" dirty="0" smtClean="0">
                <a:solidFill>
                  <a:srgbClr val="0070C0"/>
                </a:solidFill>
                <a:latin typeface="Cooper Black" panose="0208090404030B020404" pitchFamily="18" charset="0"/>
              </a:rPr>
              <a:t>face book</a:t>
            </a:r>
            <a:endParaRPr lang="en-US" sz="6000" dirty="0">
              <a:solidFill>
                <a:srgbClr val="0070C0"/>
              </a:solidFill>
              <a:latin typeface="Cooper Black" panose="0208090404030B020404" pitchFamily="18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97" y="5022297"/>
            <a:ext cx="1185949" cy="1160006"/>
          </a:xfrm>
          <a:prstGeom prst="rect">
            <a:avLst/>
          </a:prstGeom>
        </p:spPr>
      </p:pic>
      <p:sp>
        <p:nvSpPr>
          <p:cNvPr id="19" name="Rectangle 18">
            <a:hlinkClick r:id="rId10"/>
          </p:cNvPr>
          <p:cNvSpPr/>
          <p:nvPr/>
        </p:nvSpPr>
        <p:spPr>
          <a:xfrm>
            <a:off x="515297" y="7336383"/>
            <a:ext cx="5611183" cy="946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20" name="Rectangle 19">
            <a:hlinkClick r:id="rId11"/>
          </p:cNvPr>
          <p:cNvSpPr/>
          <p:nvPr/>
        </p:nvSpPr>
        <p:spPr>
          <a:xfrm>
            <a:off x="515297" y="8540559"/>
            <a:ext cx="5611183" cy="946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21" name="Rectangle 20">
            <a:hlinkClick r:id="rId12"/>
          </p:cNvPr>
          <p:cNvSpPr/>
          <p:nvPr/>
        </p:nvSpPr>
        <p:spPr>
          <a:xfrm>
            <a:off x="515297" y="9595413"/>
            <a:ext cx="5611183" cy="995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22" name="Rectangle 21">
            <a:hlinkClick r:id="rId13"/>
          </p:cNvPr>
          <p:cNvSpPr/>
          <p:nvPr/>
        </p:nvSpPr>
        <p:spPr>
          <a:xfrm>
            <a:off x="538603" y="10767279"/>
            <a:ext cx="5611183" cy="946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23" name="Rectangle 22">
            <a:hlinkClick r:id="rId14"/>
          </p:cNvPr>
          <p:cNvSpPr/>
          <p:nvPr/>
        </p:nvSpPr>
        <p:spPr>
          <a:xfrm>
            <a:off x="182959" y="4987966"/>
            <a:ext cx="1723078" cy="18498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358" y="5178877"/>
            <a:ext cx="1222063" cy="882177"/>
          </a:xfrm>
          <a:prstGeom prst="rect">
            <a:avLst/>
          </a:prstGeom>
        </p:spPr>
      </p:pic>
      <p:sp>
        <p:nvSpPr>
          <p:cNvPr id="25" name="Rectangle 24">
            <a:hlinkClick r:id="rId16"/>
          </p:cNvPr>
          <p:cNvSpPr/>
          <p:nvPr/>
        </p:nvSpPr>
        <p:spPr>
          <a:xfrm>
            <a:off x="4882597" y="5048324"/>
            <a:ext cx="1821234" cy="157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7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1345</TotalTime>
  <Words>12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Shuaib</dc:title>
  <dc:creator>qatras birds</dc:creator>
  <cp:lastModifiedBy>qatras birds</cp:lastModifiedBy>
  <cp:revision>16</cp:revision>
  <dcterms:created xsi:type="dcterms:W3CDTF">2020-06-17T20:51:08Z</dcterms:created>
  <dcterms:modified xsi:type="dcterms:W3CDTF">2020-06-20T21:05:04Z</dcterms:modified>
</cp:coreProperties>
</file>